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urin's Doo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urin's Door" descr="Durin's Door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in Menu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in Menu" descr="Main Menu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 Archiv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p Archive" descr="Map Archive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azi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zit title"/>
          <p:cNvSpPr/>
          <p:nvPr/>
        </p:nvSpPr>
        <p:spPr>
          <a:xfrm>
            <a:off x="0" y="152400"/>
            <a:ext cx="12192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tr"/>
            <a:r>
              <a:rPr lang="en-US" sz="4400" b="1">
                <a:solidFill>
                  <a:srgbClr val="F4D77A"/>
                </a:solidFill>
                <a:latin typeface="Georgia"/>
              </a:rPr>
              <a:t>Fazit</a:t>
            </a:r>
            <a:endParaRPr lang="en-US" sz="4400"/>
          </a:p>
        </p:txBody>
      </p:sp>
      <p:pic>
        <p:nvPicPr>
          <p:cNvPr id="3" name="Fazit image" descr="Game landscape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37" y="1143000"/>
            <a:ext cx="11021125" cy="553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FME">
  <a:themeElements>
    <a:clrScheme name="BFME">
      <a:dk1>
        <a:srgbClr val="000000"/>
      </a:dk1>
      <a:lt1>
        <a:srgbClr val="FFFFFF"/>
      </a:lt1>
      <a:dk2>
        <a:srgbClr val="111111"/>
      </a:dk2>
      <a:lt2>
        <a:srgbClr val="EEEEEE"/>
      </a:lt2>
      <a:accent1>
        <a:srgbClr val="F4D77A"/>
      </a:accent1>
      <a:accent2>
        <a:srgbClr val="7EC8E3"/>
      </a:accent2>
      <a:accent3>
        <a:srgbClr val="777777"/>
      </a:accent3>
      <a:accent4>
        <a:srgbClr val="444444"/>
      </a:accent4>
      <a:accent5>
        <a:srgbClr val="222222"/>
      </a:accent5>
      <a:accent6>
        <a:srgbClr val="FFFFFF"/>
      </a:accent6>
      <a:hlink>
        <a:srgbClr val="7EC8E3"/>
      </a:hlink>
      <a:folHlink>
        <a:srgbClr val="7EC8E3"/>
      </a:folHlink>
    </a:clrScheme>
    <a:fontScheme name="Office">
      <a:majorFont>
        <a:latin typeface="Georgia"/>
      </a:majorFont>
      <a:minorFont>
        <a:latin typeface="Georgia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4</Slide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BFME II Archive Presentation</dc:title>
  <dc:creator>Otto Renner</dc:creator>
  <cp:lastModifiedBy>Codex</cp:lastModifiedBy>
  <dcterms:created xsi:type="dcterms:W3CDTF">2026-06-23T02:38:02Z</dcterms:created>
  <dcterms:modified xsi:type="dcterms:W3CDTF">2026-06-23T02:38:02Z</dcterms:modified>
</cp:coreProperties>
</file>